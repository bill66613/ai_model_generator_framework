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Xây dựng Framework tạo dựng mô hình AI cho các ứng dụng theo dõi chuyển động con người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Học viên: Nguyễn Trương Minh Hoàng</a:t>
            </a:r>
          </a:p>
          <a:p>
            <a:r>
              <a:t>GVHD: TS. Lê Trọng Nhân</a:t>
            </a:r>
          </a:p>
          <a:p>
            <a:r>
              <a:t>Trường Đại học Bách Khoa - ĐHQG TP.HCM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Tóm tắt nghiên cứu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Framework toàn diện cho Edge AI trong theo dõi chuyển động.</a:t>
            </a:r>
          </a:p>
          <a:p>
            <a:r>
              <a:t>- Tiền xử lý tương tác kéo-thả trực quan.</a:t>
            </a:r>
          </a:p>
          <a:p>
            <a:r>
              <a:t>- Sinh mã triển khai đa nền tảng (Arduino, ARM, ESP32...).</a:t>
            </a:r>
          </a:p>
          <a:p>
            <a:r>
              <a:t>- Đảm bảo tính tương đồng (Parity) tuyệt đối.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Bối cảnh: Wearables &amp; IMU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Sự phát triển của thiết bị đeo thông minh.</a:t>
            </a:r>
          </a:p>
          <a:p>
            <a:r>
              <a:t>- Vai trò của cảm biến IMU (Gia tốc &amp; Con quay hồi chuyển).</a:t>
            </a:r>
          </a:p>
          <a:p>
            <a:r>
              <a:t>- Ưu điểm: Bảo mật, chi phí thấp, tiêu thụ năng lượng thấp.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Xu hướng: Xử lý tại biên (Edge AI)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Giảm độ trễ (phản hồi &lt; 20ms).</a:t>
            </a:r>
          </a:p>
          <a:p>
            <a:r>
              <a:t>- Không phụ thuộc kết nối mạng Cloud.</a:t>
            </a:r>
          </a:p>
          <a:p>
            <a:r>
              <a:t>- Bảo mật dữ liệu thô ngay trên thiết bị.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Thách thức: Ràng buộc tài nguyên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RAM/Flash cực hạn (tính bằng KB).</a:t>
            </a:r>
          </a:p>
          <a:p>
            <a:r>
              <a:t>- CPU tốc độ thấp (MHz).</a:t>
            </a:r>
          </a:p>
          <a:p>
            <a:r>
              <a:t>- Khoảng cách tài nguyên gấp 100.000 lần so với máy tính huấn luyện.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Thách thức: Training-Deployment Gap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Sai lệch công thức toán học giữa Python và C++.</a:t>
            </a:r>
          </a:p>
          <a:p>
            <a:r>
              <a:t>- Thứ tự đặc trưng không đồng nhất.</a:t>
            </a:r>
          </a:p>
          <a:p>
            <a:r>
              <a:t>- Các nền tảng hiện có là 'Hộp đen', khó kiểm soát.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Nền tảng hiện có &amp; Hạn chế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Edge Impulse: Phí cao, hộp đen.</a:t>
            </a:r>
          </a:p>
          <a:p>
            <a:r>
              <a:t>- TFLite Micro: Chỉ hỗ trợ Deep Learning.</a:t>
            </a:r>
          </a:p>
          <a:p>
            <a:r>
              <a:t>- Thiếu giao diện phân đoạn dữ liệu tương tác.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Mục tiêu nghiên cứu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Xây dựng Framework mã nguồn mở.</a:t>
            </a:r>
          </a:p>
          <a:p>
            <a:r>
              <a:t>- Tự động hóa quy trình End-to-End.</a:t>
            </a:r>
          </a:p>
          <a:p>
            <a:r>
              <a:t>- Đảm bảo Training-Deployment Parity.</a:t>
            </a:r>
          </a:p>
          <a:p>
            <a:r>
              <a:t>- Hỗ trợ đa nền tảng phần cứng.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Đóng góp của luận văn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Giao diện tiền xử lý tương tác kéo-thả.</a:t>
            </a:r>
          </a:p>
          <a:p>
            <a:r>
              <a:t>- Cơ chế xác minh tương đồng 12 điểm.</a:t>
            </a:r>
          </a:p>
          <a:p>
            <a:r>
              <a:t>- Kiến trúc sinh mã đa chiều (Factory Pattern).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Cơ sở lý thuyết: Dữ liệu IMU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Gia tốc kế 3 trục (Chuyển động tuyến tính).</a:t>
            </a:r>
          </a:p>
          <a:p>
            <a:r>
              <a:t>- Con quay hồi chuyển 3 trục (Vận tốc góc).</a:t>
            </a:r>
          </a:p>
          <a:p>
            <a:r>
              <a:t>- Tần số lấy mẫu: 50-100Hz.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Cơ sở lý thuyết: Bộ lọc tín hiệu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Butterworth LP (Lọc nhiễu).</a:t>
            </a:r>
          </a:p>
          <a:p>
            <a:r>
              <a:t>- Savitzky-Golay (Bảo tồn đỉnh).</a:t>
            </a:r>
          </a:p>
          <a:p>
            <a:r>
              <a:t>- Kalman Filter (Giải pháp tối ưu cho parity gap = 0).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Cơ sở lý thuyết: Cửa sổ trượt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Phân đoạn chuỗi thời gian.</a:t>
            </a:r>
          </a:p>
          <a:p>
            <a:r>
              <a:t>- Kích thước cửa sổ: 1.5s (150 mẫu).</a:t>
            </a:r>
          </a:p>
          <a:p>
            <a:r>
              <a:t>- Chồng lấp: 50% (75 mẫu).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Phương pháp: Tiền xử lý tương tác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Người dùng kéo-thả trên biểu đồ để chọn đoạn dữ liệu sạch.</a:t>
            </a:r>
          </a:p>
          <a:p>
            <a:r>
              <a:t>- Giảm 60-80% thời gian gán nhãn thủ công.</a:t>
            </a:r>
          </a:p>
          <a:p>
            <a:r>
              <a:t>- Tách biệt kiểm soát chất lượng và tự động hóa.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Phương pháp: Đặc trưng bất biến hướng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Tính toán trên Magnitude (độ lớn vector).</a:t>
            </a:r>
          </a:p>
          <a:p>
            <a:r>
              <a:t>- Không bị ảnh hưởng bởi hướng đeo thiết bị.</a:t>
            </a:r>
          </a:p>
          <a:p>
            <a:r>
              <a:t>- 63 đặc trưng (Thời gian &amp; Tần số).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Phương pháp: Thuật toán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Machine Learning: Random Forest, SVM, MLP.</a:t>
            </a:r>
          </a:p>
          <a:p>
            <a:r>
              <a:t>- Deep Learning: 1D-CNN, 2D-CNN.</a:t>
            </a:r>
          </a:p>
          <a:p>
            <a:r>
              <a:t>- Hỗ trợ PyTorch &amp; Scikit-learn.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Thiết kế hệ thống: Kiến trúc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- 6 Modules: Dữ liệu -&gt; Tiền xử lý -&gt; Đặc trưng -&gt; Huấn luyện -&gt; Tạo mã -&gt; Kiểm tra.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Thiết kế hệ thống: Bộ sinh mã (Generator)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Factory Pattern điều phối.</a:t>
            </a:r>
          </a:p>
          <a:p>
            <a:r>
              <a:t>- 3 Trục: Loại mô hình x Nền tảng x Backend.</a:t>
            </a:r>
          </a:p>
          <a:p>
            <a:r>
              <a:t>- Tự động sắp xếp lại thứ tự đặc trưng cho C++.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Đảm bảo tính Parity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Khớp công thức Kurtosis/Skewness với Pandas.</a:t>
            </a:r>
          </a:p>
          <a:p>
            <a:r>
              <a:t>- Edge-value replication thay cho zero-padding.</a:t>
            </a:r>
          </a:p>
          <a:p>
            <a:r>
              <a:t>- Scaler sync: Nhúng tham số chuẩn hóa vào mã nguồn.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Thiết lập thực nghiệm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Phần cứng: Seeed XIAO nRF52840 (Cortex-M4F).</a:t>
            </a:r>
          </a:p>
          <a:p>
            <a:r>
              <a:t>- Tập dữ liệu: 5 lớp hoạt động (Running, Walking, Still, Up, Down).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Kết quả: Hiệu suất huấn luyện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Độ chính xác Offline: 97.38% - 99.13%.</a:t>
            </a:r>
          </a:p>
          <a:p>
            <a:r>
              <a:t>- CNN và MLP đạt kết quả cao nhất (99.13%).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Kết quả: Phân tích nhầm lẫn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Running/Still: F1 = 1.00.</a:t>
            </a:r>
          </a:p>
          <a:p>
            <a:r>
              <a:t>- Nhầm lẫn nhỏ ở các lớp biến thể Walking (Up/Down).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Kết quả: Triển khai thực tế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- 1D-CNN hoạt động đáng tin cậy nhất trên thiết bị thực.</a:t>
            </a:r>
          </a:p>
          <a:p>
            <a:r>
              <a:t>- Thời gian suy luận: ~20ms.</a:t>
            </a:r>
          </a:p>
          <a:p>
            <a:r>
              <a:t>- Độ chính xác thực tế khớp với tập kiểm tra.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 sánh đối chứng (Edge Impulse)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Framework: 145KB Flash (E.I: 417KB).</a:t>
            </a:r>
          </a:p>
          <a:p>
            <a:r>
              <a:t>- Framework: F1=1.00 (E.I: 0.96).</a:t>
            </a:r>
          </a:p>
          <a:p>
            <a:r>
              <a:t>- Framework: Minh bạch 100% mã nguồn.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Phân tích các chế độ tối ưu hóa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Accuracy (Float32).</a:t>
            </a:r>
          </a:p>
          <a:p>
            <a:r>
              <a:t>- Balanced (3 chữ số thập phân).</a:t>
            </a:r>
          </a:p>
          <a:p>
            <a:r>
              <a:t>- Power (Int16 + DSP).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Kết luận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Framework giải quyết tốt bài toán Edge AI cho HAR.</a:t>
            </a:r>
          </a:p>
          <a:p>
            <a:r>
              <a:t>- Đảm bảo tính minh bạch và tối ưu tài nguyên.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Hướng phát triển tương lai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Hợp nhất cảm biến (IMU + Nhịp tim).</a:t>
            </a:r>
          </a:p>
          <a:p>
            <a:r>
              <a:t>- Học liên bang (Federated Learning).</a:t>
            </a:r>
          </a:p>
          <a:p>
            <a:r>
              <a:t>- Tích hợp Transformer cho chuỗi thời gian.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